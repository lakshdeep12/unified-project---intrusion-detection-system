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45B763-89D5-4302-BCAC-64A130AE2F4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7BB6E-DA49-3D96-342A-9FC847FDD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036B9-BF9B-9E7F-6FD9-A05E61340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D1B00-0713-7D8C-DEE2-262B0908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2159F-9091-4A31-836A-2DEA09C18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9B4B7-EC28-E44D-11CB-68474128A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51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444A-98B7-475D-A4F7-744C79F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679F0-72B8-6652-7652-9D28A1BF2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4AC6D-86B4-F11B-BFAB-FCD473B3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FDD2D8-D0E2-A754-787F-E5521079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8AC0B-EEE1-92F8-D908-BB4208FC6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236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3B098-04EC-200B-6A33-AD237F13B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7ECF1-8A00-D2C0-E3EC-21641A8EF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68C98-3E34-6648-DCB0-89CD998E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79E6E-7E38-20BF-231A-CA70C232B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C857B-F59E-AE6F-EE62-A4014016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24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F2895-BF50-F430-D6A6-FDEF642E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2DC87-703F-AF77-283E-0884874CD4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5E760-EE05-C2CE-BCB6-4281DAF3F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B622E-EAD2-B1DC-7018-0AE2818A1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8C647-AF31-41F0-EE3C-011D324A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8330E-4441-2114-2551-AB08845CA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211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6BF6-3947-53B7-0315-0B5500C83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02DEF-9E40-9FFA-FB06-BFE091D17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DFAFC-931F-06FC-B77A-5B895014B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0F385E-9943-B060-126D-1CBA9C58F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CA718-8C77-8F2E-C757-411A3C6CE9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E5719-5D3A-3704-5F68-349137B27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69E41B-BDB6-6148-B117-CEDA8851C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4D6CF-4535-2C82-2A84-A8FFE425C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2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339F-ADDD-3F63-FE41-58D6E5C7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CAFB66-7866-4E51-BE08-C2D7E8F9E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87C9D-E95D-689A-6002-9D84B4BD1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C37E3-570A-8D2D-CD16-884B2C8DF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11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2F1C2D-BDF5-E20A-90B3-0364C41D7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252690-FD91-FD6F-C5D3-501746F7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C4CB4-C12F-BB67-C846-B49C0F04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84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5DB64-68C8-21CD-297A-1334750B0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3337F-AF79-5DFC-5B94-C8DA49F46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6D630-84EF-041C-88D3-EF0B601E0C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156567-695D-E9AF-F9A7-3A54FC9B5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A803C-00F8-18F0-7E24-DDA4EE1A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6A579-A390-2AA7-2BEF-D71801F9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53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585A-BF38-2C36-3E33-F1155B69E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6E205-83F4-245F-1F18-0C94E20ED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91013-B42A-6BB9-C24C-767A1BEC8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5DD44-A156-AD5C-5F57-76B4787C7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437B9-5240-832F-2677-2BB85748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24EE3-5809-CA26-C840-5EB3D53B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668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CFAB8-30E8-3DAF-0F88-EAF3DF9D1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8014A-97F4-BCB7-7ACF-DECA3E17A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86EC2-AA7D-4758-8F5D-3F4E923A5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C1052-CD93-8AF9-9B47-A3370E1F2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27FE4-69EC-A517-9505-7D02CE51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093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CC39E-4E19-8215-D109-DC8D93A68A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5D622-5166-9F02-20C6-7575ADBFF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60E92-389A-A9DB-F451-7E2FACDB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A9AA-5634-EC32-D5F1-4F95DD9DF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DF768-F5DE-6C32-174D-54DF90F6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99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181C6-6C3C-B15A-3F6A-49A2A5EC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60161-48B6-FB49-96E0-46C3CD9F7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A13A2-ADA7-2AB0-C800-E104569519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56C66-1C18-4359-A571-527ED00567E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A2238-B79E-E80B-C709-2185EFE19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245AE0-7E9B-97F7-CD59-DE01E55D55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29DCB-2386-4E82-B794-95C37DBC09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7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E41F098-A8F0-8AC8-373B-5C6A7D403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058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902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C495E3-0786-5C2C-4EC6-13ADA5DF1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8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E29AD4-0624-474C-B680-307A496D8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2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A0A177-743B-0EC2-9488-B50AF64FC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08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9A4E5A-012E-8A1A-5DC6-0C8E24FFC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91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1DC82B-511F-5BD6-64D9-67C8E7B9A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299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0474E0-8A56-AFDA-C239-D3FE6822A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4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3988A3-B517-7CEE-074C-B2688154C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058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3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F8AAB8-A1C7-CAC4-1B18-79C4B86EA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97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1F638F-4E47-B2CE-6168-15A2F5532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49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lakshdeep singh</dc:creator>
  <cp:lastModifiedBy>lakshdeep singh</cp:lastModifiedBy>
  <cp:revision>1</cp:revision>
  <dcterms:created xsi:type="dcterms:W3CDTF">2026-05-04T16:55:00Z</dcterms:created>
  <dcterms:modified xsi:type="dcterms:W3CDTF">2026-05-04T17:02:50Z</dcterms:modified>
</cp:coreProperties>
</file>